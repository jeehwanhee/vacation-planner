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782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8758-BEDE-00B7-34FF-6058B8BD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A78A7-3EFC-9259-EB62-8022086D7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B167F-3A55-2ABF-0DCC-621A28529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CE286-60B7-21EB-A1CE-D3158DBAD7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04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914400" y="3489960"/>
            <a:ext cx="3200400" cy="3200400"/>
          </a:xfrm>
          <a:prstGeom prst="ellipse">
            <a:avLst/>
          </a:prstGeom>
          <a:solidFill>
            <a:srgbClr val="FFD166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해커톤 발표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방학에 뭐하지? 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66"/>
                </a:solidFill>
              </a:rPr>
              <a:t>대학생 맞춤 방학 플랜 AI 추천 서비스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2FE"/>
                </a:solidFill>
              </a:rPr>
              <a:t>직무 · 학년 · 방학 시즌을 입력하면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2FE"/>
                </a:solidFill>
              </a:rPr>
              <a:t>AI가 나만의 방학 플랜을 설계해드립니다.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89320" y="4038600"/>
            <a:ext cx="3368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818CF8"/>
                </a:solidFill>
              </a:rPr>
              <a:t>지환희 </a:t>
            </a:r>
            <a:r>
              <a:rPr lang="en-US" altLang="ko-KR" sz="1400" dirty="0">
                <a:solidFill>
                  <a:srgbClr val="818CF8"/>
                </a:solidFill>
              </a:rPr>
              <a:t>| </a:t>
            </a:r>
            <a:r>
              <a:rPr lang="ko-KR" altLang="en-US" sz="1400" dirty="0">
                <a:solidFill>
                  <a:srgbClr val="818CF8"/>
                </a:solidFill>
              </a:rPr>
              <a:t>건국대학교 컴퓨터공학부</a:t>
            </a:r>
            <a:endParaRPr lang="en-US" altLang="ko-KR" sz="1400" dirty="0">
              <a:solidFill>
                <a:srgbClr val="818CF8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solidFill>
                  <a:srgbClr val="818CF8"/>
                </a:solidFill>
              </a:rPr>
              <a:t>함영찬</a:t>
            </a:r>
            <a:r>
              <a:rPr lang="ko-KR" altLang="en-US" sz="1400" dirty="0">
                <a:solidFill>
                  <a:srgbClr val="818CF8"/>
                </a:solidFill>
              </a:rPr>
              <a:t> </a:t>
            </a:r>
            <a:r>
              <a:rPr lang="en-US" altLang="ko-KR" sz="1400" dirty="0">
                <a:solidFill>
                  <a:srgbClr val="818CF8"/>
                </a:solidFill>
              </a:rPr>
              <a:t>| </a:t>
            </a:r>
            <a:r>
              <a:rPr lang="ko-KR" altLang="en-US" sz="1400" dirty="0">
                <a:solidFill>
                  <a:srgbClr val="818CF8"/>
                </a:solidFill>
              </a:rPr>
              <a:t>건국대학교 컴퓨터공학부</a:t>
            </a:r>
            <a:endParaRPr lang="en-US" altLang="ko-KR" sz="1400" dirty="0">
              <a:solidFill>
                <a:srgbClr val="818CF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56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B4B"/>
                </a:solidFill>
              </a:rPr>
              <a:t>문제 정의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640080"/>
          </a:xfrm>
          <a:prstGeom prst="rect">
            <a:avLst/>
          </a:prstGeom>
          <a:solidFill>
            <a:srgbClr val="F5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EF5"/>
                </a:solidFill>
              </a:rPr>
              <a:t>대학생 92.2%가 고민 있다고 응답 — 그러나 방학을 어떻게 써야 할지 모른다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651760" cy="54864"/>
          </a:xfrm>
          <a:prstGeom prst="rect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19293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정보 파편화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99923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/>
              <a:t>공모전은 링커리어, 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 err="1"/>
              <a:t>강의는</a:t>
            </a:r>
            <a:r>
              <a:rPr lang="en-US" sz="1400" dirty="0"/>
              <a:t> 인프런,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/>
              <a:t>인턴은 잡코리아… 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/>
              <a:t>다 따로 찾아야 함</a:t>
            </a:r>
          </a:p>
        </p:txBody>
      </p:sp>
      <p:sp>
        <p:nvSpPr>
          <p:cNvPr id="12" name="Shape 10"/>
          <p:cNvSpPr/>
          <p:nvPr/>
        </p:nvSpPr>
        <p:spPr>
          <a:xfrm>
            <a:off x="3291840" y="1627632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1627632"/>
            <a:ext cx="2651760" cy="54864"/>
          </a:xfrm>
          <a:prstGeom prst="rect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429000" y="19293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나에게 맞는지 모름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299923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/>
              <a:t>수많은 정보 중 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/>
              <a:t>내 학년·직무에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/>
              <a:t>맞는 것이 뭔지 </a:t>
            </a:r>
            <a:r>
              <a:rPr lang="en-US" sz="1400" dirty="0" err="1"/>
              <a:t>판단하기</a:t>
            </a:r>
            <a:r>
              <a:rPr lang="en-US" sz="1400" dirty="0"/>
              <a:t> 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 err="1"/>
              <a:t>어려움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627632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126480" y="1627632"/>
            <a:ext cx="2651760" cy="54864"/>
          </a:xfrm>
          <a:prstGeom prst="rect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63640" y="192633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</a:rPr>
              <a:t>방학이 그냥 지나감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99923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/>
              <a:t>뭘 해야 할지 고민하다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/>
              <a:t>결국 아무것도 못 하는 방학</a:t>
            </a:r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출처: 여성가족부 2024 청소년 통계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5B6EF5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730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56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솔루션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방학에 뭐하지?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FE"/>
                </a:solidFill>
              </a:rPr>
              <a:t>직무 · 학년 · 방학 시즌 입력 → AI 맞춤 방학 플랜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1680" y="2468880"/>
            <a:ext cx="640080" cy="0"/>
          </a:xfrm>
          <a:prstGeom prst="line">
            <a:avLst/>
          </a:prstGeom>
          <a:noFill/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입력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7D2FE"/>
                </a:solidFill>
              </a:rPr>
              <a:t>직무 + 학년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7D2FE"/>
                </a:solidFill>
              </a:rPr>
              <a:t>+ 방학 시즌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2148840"/>
            <a:ext cx="640080" cy="640080"/>
          </a:xfrm>
          <a:prstGeom prst="ellipse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632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0" y="2468880"/>
            <a:ext cx="640080" cy="0"/>
          </a:xfrm>
          <a:prstGeom prst="line">
            <a:avLst/>
          </a:prstGeom>
          <a:noFill/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560320" y="2907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AI 분석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3246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7D2FE"/>
                </a:solidFill>
              </a:rPr>
              <a:t>Claude API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7D2FE"/>
                </a:solidFill>
              </a:rPr>
              <a:t>플랜 설계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66360" y="2148840"/>
            <a:ext cx="640080" cy="640080"/>
          </a:xfrm>
          <a:prstGeom prst="ellipse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1663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640080" cy="0"/>
          </a:xfrm>
          <a:prstGeom prst="line">
            <a:avLst/>
          </a:prstGeom>
          <a:noFill/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63440" y="2907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플랜 선택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246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7D2FE"/>
                </a:solidFill>
              </a:rPr>
              <a:t>5가지 방향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7D2FE"/>
                </a:solidFill>
              </a:rPr>
              <a:t>카드 선택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2148840"/>
            <a:ext cx="640080" cy="640080"/>
          </a:xfrm>
          <a:prstGeom prst="ellipse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2694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66560" y="2907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결과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3246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7D2FE"/>
                </a:solidFill>
              </a:rPr>
              <a:t>강의·자격증·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C7D2FE"/>
                </a:solidFill>
              </a:rPr>
              <a:t>공고 추천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0096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5가지 </a:t>
            </a:r>
            <a:r>
              <a:rPr lang="en-US" sz="1200" b="1" dirty="0" err="1">
                <a:solidFill>
                  <a:srgbClr val="FFD166"/>
                </a:solidFill>
              </a:rPr>
              <a:t>플랜</a:t>
            </a:r>
            <a:r>
              <a:rPr lang="ko-KR" altLang="en-US" sz="1200" b="1" dirty="0">
                <a:solidFill>
                  <a:srgbClr val="FFD166"/>
                </a:solidFill>
              </a:rPr>
              <a:t>을 제시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2560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B4B"/>
                </a:solidFill>
              </a:rPr>
              <a:t>기술 스택 &amp; 차별점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4023360"/>
          </a:xfrm>
          <a:prstGeom prst="rect">
            <a:avLst/>
          </a:prstGeom>
          <a:solidFill>
            <a:srgbClr val="F5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EF5"/>
                </a:solidFill>
              </a:rPr>
              <a:t>🛠  기술 스택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840992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5800" y="1905000"/>
            <a:ext cx="475488" cy="457200"/>
          </a:xfrm>
          <a:prstGeom prst="rect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19050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61872" y="18684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Claude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61872" y="214274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플랜 생성 · 직무 추천 · 활동 큐레이션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572512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" y="2636520"/>
            <a:ext cx="475488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26365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검색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61872" y="25999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Serper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61872" y="287426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대외활동 · 공모전 · 인턴 실시간 검색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304032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85800" y="3368040"/>
            <a:ext cx="475488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5800" y="33680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61872" y="33314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React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1872" y="360578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CDN 기반 SPA, 3단계 플로우 관리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72160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822960"/>
            <a:ext cx="4023360" cy="402336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4632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✨  기존 서비스와 차별점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00600" y="1463040"/>
            <a:ext cx="45720" cy="5029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56048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학년·직무 기반 개인화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56048" y="17556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</a:rPr>
              <a:t>1학년과 4학년의 추천이 완전히 달라요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194560"/>
            <a:ext cx="45720" cy="5029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956048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직무 없어도 OK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56048" y="24871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</a:rPr>
              <a:t>관심사 기반 탐색형 플로우 지원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926080"/>
            <a:ext cx="45720" cy="5029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956048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강도 조절 슬라이더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56048" y="32186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</a:rPr>
              <a:t>아주 가볍게 ~ 풀 몰입 5단계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657600"/>
            <a:ext cx="45720" cy="5029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956048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실시간 공고 연동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56048" y="39502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</a:rPr>
              <a:t>Serper API로 현재 모집 </a:t>
            </a:r>
            <a:r>
              <a:rPr lang="en-US" sz="1000" dirty="0" err="1">
                <a:solidFill>
                  <a:srgbClr val="C7D2FE"/>
                </a:solidFill>
              </a:rPr>
              <a:t>중인</a:t>
            </a:r>
            <a:r>
              <a:rPr lang="en-US" sz="1000" dirty="0">
                <a:solidFill>
                  <a:srgbClr val="C7D2FE"/>
                </a:solidFill>
              </a:rPr>
              <a:t> </a:t>
            </a:r>
            <a:r>
              <a:rPr lang="en-US" sz="1000" dirty="0" err="1">
                <a:solidFill>
                  <a:srgbClr val="C7D2FE"/>
                </a:solidFill>
              </a:rPr>
              <a:t>공고만</a:t>
            </a:r>
            <a:r>
              <a:rPr lang="en-US" sz="1000" dirty="0">
                <a:solidFill>
                  <a:srgbClr val="C7D2FE"/>
                </a:solidFill>
              </a:rPr>
              <a:t> </a:t>
            </a:r>
            <a:r>
              <a:rPr lang="ko-KR" altLang="en-US" sz="1000" dirty="0">
                <a:solidFill>
                  <a:srgbClr val="C7D2FE"/>
                </a:solidFill>
              </a:rPr>
              <a:t>추천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0889C-2316-9AE2-C59F-F8D404A06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8F3A2C-4D76-A102-51FC-7CBEB134E85D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158D08-F91A-5610-B33F-A6B8E40D7EBF}"/>
              </a:ext>
            </a:extLst>
          </p:cNvPr>
          <p:cNvSpPr/>
          <p:nvPr/>
        </p:nvSpPr>
        <p:spPr>
          <a:xfrm>
            <a:off x="457200" y="228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7CF09A-945B-B7AF-9771-C5D22D31A615}"/>
              </a:ext>
            </a:extLst>
          </p:cNvPr>
          <p:cNvSpPr/>
          <p:nvPr/>
        </p:nvSpPr>
        <p:spPr>
          <a:xfrm>
            <a:off x="1188720" y="2560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1E1B4B"/>
                </a:solidFill>
              </a:rPr>
              <a:t>수익 모델</a:t>
            </a:r>
            <a:endParaRPr lang="en-US" sz="2200" dirty="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B6908A88-3AE2-AA3E-3DEF-28C69D6EF2D0}"/>
              </a:ext>
            </a:extLst>
          </p:cNvPr>
          <p:cNvSpPr/>
          <p:nvPr/>
        </p:nvSpPr>
        <p:spPr>
          <a:xfrm>
            <a:off x="457199" y="907012"/>
            <a:ext cx="3739351" cy="3586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A227ACB8-313B-2752-37BE-0F75873E3712}"/>
              </a:ext>
            </a:extLst>
          </p:cNvPr>
          <p:cNvSpPr/>
          <p:nvPr/>
        </p:nvSpPr>
        <p:spPr>
          <a:xfrm>
            <a:off x="457199" y="907011"/>
            <a:ext cx="3739351" cy="65205"/>
          </a:xfrm>
          <a:prstGeom prst="rect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0AFCF189-F769-1792-679A-425528C6E9A2}"/>
              </a:ext>
            </a:extLst>
          </p:cNvPr>
          <p:cNvSpPr/>
          <p:nvPr/>
        </p:nvSpPr>
        <p:spPr>
          <a:xfrm>
            <a:off x="594360" y="1208764"/>
            <a:ext cx="3352522" cy="489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1B4B"/>
                </a:solidFill>
              </a:rPr>
              <a:t>프리미엄 플랜</a:t>
            </a:r>
            <a:endParaRPr lang="en-US" sz="15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D88F2E2-E073-9474-A83F-2604F7B9161E}"/>
              </a:ext>
            </a:extLst>
          </p:cNvPr>
          <p:cNvSpPr/>
          <p:nvPr/>
        </p:nvSpPr>
        <p:spPr>
          <a:xfrm>
            <a:off x="844028" y="2144499"/>
            <a:ext cx="3352522" cy="1684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sz="1400" dirty="0"/>
              <a:t>프리미엄 사용자에게</a:t>
            </a:r>
            <a:endParaRPr lang="en-US" altLang="ko-KR" sz="14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요청 횟수 무제한</a:t>
            </a:r>
            <a:endParaRPr lang="en-US" altLang="ko-KR" sz="14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히스토리 관리</a:t>
            </a:r>
            <a:endParaRPr lang="en-US" altLang="ko-KR" sz="14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일정 맞춤 알림 메일 제공</a:t>
            </a:r>
            <a:endParaRPr lang="en-US" sz="14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47E80EA2-4C0C-DFEA-0DDE-4E78CE3740A9}"/>
              </a:ext>
            </a:extLst>
          </p:cNvPr>
          <p:cNvSpPr/>
          <p:nvPr/>
        </p:nvSpPr>
        <p:spPr>
          <a:xfrm>
            <a:off x="4947449" y="907011"/>
            <a:ext cx="3739351" cy="358626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CE7B0B8A-BE77-DD3A-20F6-74A5D550E928}"/>
              </a:ext>
            </a:extLst>
          </p:cNvPr>
          <p:cNvSpPr/>
          <p:nvPr/>
        </p:nvSpPr>
        <p:spPr>
          <a:xfrm>
            <a:off x="4947449" y="907011"/>
            <a:ext cx="3739351" cy="65205"/>
          </a:xfrm>
          <a:prstGeom prst="rect">
            <a:avLst/>
          </a:prstGeom>
          <a:solidFill>
            <a:srgbClr val="5B6E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42A08B75-A283-2EDD-9542-15E5A639983D}"/>
              </a:ext>
            </a:extLst>
          </p:cNvPr>
          <p:cNvSpPr/>
          <p:nvPr/>
        </p:nvSpPr>
        <p:spPr>
          <a:xfrm>
            <a:off x="5197118" y="1208764"/>
            <a:ext cx="3352522" cy="489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1B4B"/>
                </a:solidFill>
              </a:rPr>
              <a:t>기업 연계 광고</a:t>
            </a:r>
            <a:endParaRPr lang="en-US" sz="1500" dirty="0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21EBF986-F27C-7C91-CBEB-2F6B3EB7D663}"/>
              </a:ext>
            </a:extLst>
          </p:cNvPr>
          <p:cNvSpPr/>
          <p:nvPr/>
        </p:nvSpPr>
        <p:spPr>
          <a:xfrm>
            <a:off x="5197118" y="2278612"/>
            <a:ext cx="3352522" cy="1684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sz="1400" dirty="0"/>
              <a:t>대외활동</a:t>
            </a:r>
            <a:r>
              <a:rPr lang="en-US" altLang="ko-KR" sz="1400" dirty="0"/>
              <a:t>, </a:t>
            </a:r>
            <a:r>
              <a:rPr lang="ko-KR" altLang="en-US" sz="1400" dirty="0"/>
              <a:t>공모전 공고 노출 부분에</a:t>
            </a:r>
            <a:endParaRPr lang="en-US" altLang="ko-KR" sz="1400" dirty="0"/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1400" dirty="0"/>
              <a:t>기업의 채용프로그램</a:t>
            </a:r>
            <a:r>
              <a:rPr lang="en-US" altLang="ko-KR" sz="1400" dirty="0"/>
              <a:t>, </a:t>
            </a:r>
            <a:r>
              <a:rPr lang="ko-KR" altLang="en-US" sz="1400" dirty="0"/>
              <a:t>서포터즈 광고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4043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273</Words>
  <Application>Microsoft Office PowerPoint</Application>
  <PresentationFormat>화면 슬라이드 쇼(16:9)</PresentationFormat>
  <Paragraphs>82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방학에 뭐하지?</dc:title>
  <dc:subject>PptxGenJS Presentation</dc:subject>
  <dc:creator>PptxGenJS</dc:creator>
  <cp:lastModifiedBy>환희 지</cp:lastModifiedBy>
  <cp:revision>3</cp:revision>
  <dcterms:created xsi:type="dcterms:W3CDTF">2026-04-26T06:08:45Z</dcterms:created>
  <dcterms:modified xsi:type="dcterms:W3CDTF">2026-04-26T06:58:57Z</dcterms:modified>
</cp:coreProperties>
</file>