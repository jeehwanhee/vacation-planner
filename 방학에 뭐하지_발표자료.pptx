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782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-914400" y="3489960"/>
            <a:ext cx="3200400" cy="3200400"/>
          </a:xfrm>
          <a:prstGeom prst="ellipse">
            <a:avLst/>
          </a:prstGeom>
          <a:solidFill>
            <a:srgbClr val="FFD166">
              <a:alpha val="2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2011680" cy="329184"/>
          </a:xfrm>
          <a:prstGeom prst="roundRect">
            <a:avLst>
              <a:gd name="adj" fmla="val 16667"/>
            </a:avLst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해커톤 발표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방학에 뭐하지? 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D166"/>
                </a:solidFill>
              </a:rPr>
              <a:t>대학생 맞춤 방학 플랜 AI 추천 서비스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2FE"/>
                </a:solidFill>
              </a:rPr>
              <a:t>직무 · 학년 · 방학 시즌을 입력하면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2FE"/>
                </a:solidFill>
              </a:rPr>
              <a:t>AI가 나만의 방학 플랜을 설계해드립니다.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4038600"/>
            <a:ext cx="3368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rgbClr val="818CF8"/>
                </a:solidFill>
              </a:rPr>
              <a:t>지환희 </a:t>
            </a:r>
            <a:r>
              <a:rPr lang="en-US" altLang="ko-KR" sz="1400" dirty="0">
                <a:solidFill>
                  <a:srgbClr val="818CF8"/>
                </a:solidFill>
              </a:rPr>
              <a:t>| </a:t>
            </a:r>
            <a:r>
              <a:rPr lang="ko-KR" altLang="en-US" sz="1400" dirty="0">
                <a:solidFill>
                  <a:srgbClr val="818CF8"/>
                </a:solidFill>
              </a:rPr>
              <a:t>건국대학교 컴퓨터공학부</a:t>
            </a:r>
            <a:endParaRPr lang="en-US" altLang="ko-KR" sz="1400" dirty="0">
              <a:solidFill>
                <a:srgbClr val="818CF8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 err="1">
                <a:solidFill>
                  <a:srgbClr val="818CF8"/>
                </a:solidFill>
              </a:rPr>
              <a:t>함영찬</a:t>
            </a:r>
            <a:r>
              <a:rPr lang="ko-KR" altLang="en-US" sz="1400" dirty="0">
                <a:solidFill>
                  <a:srgbClr val="818CF8"/>
                </a:solidFill>
              </a:rPr>
              <a:t> </a:t>
            </a:r>
            <a:r>
              <a:rPr lang="en-US" altLang="ko-KR" sz="1400" dirty="0">
                <a:solidFill>
                  <a:srgbClr val="818CF8"/>
                </a:solidFill>
              </a:rPr>
              <a:t>| </a:t>
            </a:r>
            <a:r>
              <a:rPr lang="ko-KR" altLang="en-US" sz="1400" dirty="0">
                <a:solidFill>
                  <a:srgbClr val="818CF8"/>
                </a:solidFill>
              </a:rPr>
              <a:t>건국대학교 컴퓨터공학부</a:t>
            </a:r>
            <a:endParaRPr lang="en-US" altLang="ko-KR" sz="1400" dirty="0">
              <a:solidFill>
                <a:srgbClr val="818CF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2560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B4B"/>
                </a:solidFill>
              </a:rPr>
              <a:t>문제 정의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04672"/>
            <a:ext cx="8229600" cy="640080"/>
          </a:xfrm>
          <a:prstGeom prst="rect">
            <a:avLst/>
          </a:prstGeom>
          <a:solidFill>
            <a:srgbClr val="F5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EF5"/>
                </a:solidFill>
              </a:rPr>
              <a:t>대학생 92.2%가 고민 있다고 응답 — 그러나 방학을 어떻게 써야 할지 모른다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51760" cy="54864"/>
          </a:xfrm>
          <a:prstGeom prst="rect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192938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4B"/>
                </a:solidFill>
              </a:rPr>
              <a:t>정보 파편화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999232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공모전은 링커리어, 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64748B"/>
                </a:solidFill>
              </a:rPr>
              <a:t>강의는</a:t>
            </a:r>
            <a:r>
              <a:rPr lang="en-US" sz="1400" dirty="0">
                <a:solidFill>
                  <a:srgbClr val="64748B"/>
                </a:solidFill>
              </a:rPr>
              <a:t> 인프런,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인턴은 잡코리아… 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다 따로 찾아야 함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1627632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291840" y="1627632"/>
            <a:ext cx="2651760" cy="54864"/>
          </a:xfrm>
          <a:prstGeom prst="rect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429000" y="192938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4B"/>
                </a:solidFill>
              </a:rPr>
              <a:t>나에게 맞는지 모름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999232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수많은 정보 중 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내 학년·직무에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맞는 것이 뭔지 </a:t>
            </a:r>
            <a:r>
              <a:rPr lang="en-US" sz="1400" dirty="0" err="1">
                <a:solidFill>
                  <a:srgbClr val="64748B"/>
                </a:solidFill>
              </a:rPr>
              <a:t>판단하기</a:t>
            </a:r>
            <a:r>
              <a:rPr lang="en-US" sz="1400" dirty="0">
                <a:solidFill>
                  <a:srgbClr val="64748B"/>
                </a:solidFill>
              </a:rPr>
              <a:t> 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64748B"/>
                </a:solidFill>
              </a:rPr>
              <a:t>어려움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26480" y="1627632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126480" y="1627632"/>
            <a:ext cx="2651760" cy="54864"/>
          </a:xfrm>
          <a:prstGeom prst="rect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263640" y="192633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4B"/>
                </a:solidFill>
              </a:rPr>
              <a:t>방학이 그냥 지나감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999232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뭘 해야 할지 고민하다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결국 아무것도 못 하는 방학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/>
              <a:t>출처: 여성가족부 2024 청소년 통계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3200400"/>
            <a:ext cx="3200400" cy="3200400"/>
          </a:xfrm>
          <a:prstGeom prst="ellipse">
            <a:avLst/>
          </a:prstGeom>
          <a:solidFill>
            <a:srgbClr val="5B6EF5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730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2560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솔루션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방학에 뭐하지?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2FE"/>
                </a:solidFill>
              </a:rPr>
              <a:t>직무 · 학년 · 방학 시즌 입력 → AI 맞춤 방학 플랜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0120" y="2148840"/>
            <a:ext cx="640080" cy="640080"/>
          </a:xfrm>
          <a:prstGeom prst="ellipse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011680" y="2468880"/>
            <a:ext cx="640080" cy="0"/>
          </a:xfrm>
          <a:prstGeom prst="line">
            <a:avLst/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29077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입력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직무 + 학년</a:t>
            </a:r>
            <a:endParaRPr lang="en-US" sz="11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+ 방학 시즌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63240" y="2148840"/>
            <a:ext cx="640080" cy="640080"/>
          </a:xfrm>
          <a:prstGeom prst="ellipse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0632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114800" y="2468880"/>
            <a:ext cx="640080" cy="0"/>
          </a:xfrm>
          <a:prstGeom prst="line">
            <a:avLst/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560320" y="29077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AI 분석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60320" y="324612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Claude API</a:t>
            </a:r>
            <a:endParaRPr lang="en-US" sz="11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플랜 설계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66360" y="2148840"/>
            <a:ext cx="640080" cy="640080"/>
          </a:xfrm>
          <a:prstGeom prst="ellipse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16636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2468880"/>
            <a:ext cx="640080" cy="0"/>
          </a:xfrm>
          <a:prstGeom prst="line">
            <a:avLst/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63440" y="29077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플랜 선택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63440" y="324612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5가지 방향</a:t>
            </a:r>
            <a:endParaRPr lang="en-US" sz="11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카드 선택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69480" y="2148840"/>
            <a:ext cx="640080" cy="640080"/>
          </a:xfrm>
          <a:prstGeom prst="ellipse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2694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766560" y="29077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결과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66560" y="324612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강의·자격증·</a:t>
            </a:r>
            <a:endParaRPr lang="en-US" sz="11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100" dirty="0">
                <a:solidFill>
                  <a:srgbClr val="C7D2FE"/>
                </a:solidFill>
              </a:rPr>
              <a:t>공고 추천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400964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</a:rPr>
              <a:t>5가지 </a:t>
            </a:r>
            <a:r>
              <a:rPr lang="en-US" sz="1200" b="1" dirty="0" err="1">
                <a:solidFill>
                  <a:srgbClr val="FFD166"/>
                </a:solidFill>
              </a:rPr>
              <a:t>플랜</a:t>
            </a:r>
            <a:r>
              <a:rPr lang="ko-KR" altLang="en-US" sz="1200" b="1" dirty="0">
                <a:solidFill>
                  <a:srgbClr val="FFD166"/>
                </a:solidFill>
              </a:rPr>
              <a:t>을 제시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2560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B4B"/>
                </a:solidFill>
              </a:rPr>
              <a:t>기술 스택 &amp; 차별점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3931920" cy="4023360"/>
          </a:xfrm>
          <a:prstGeom prst="rect">
            <a:avLst/>
          </a:prstGeom>
          <a:solidFill>
            <a:srgbClr val="F5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6EF5"/>
                </a:solidFill>
              </a:rPr>
              <a:t>🛠  기술 스택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840992"/>
            <a:ext cx="3657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5800" y="1905000"/>
            <a:ext cx="475488" cy="457200"/>
          </a:xfrm>
          <a:prstGeom prst="rect">
            <a:avLst/>
          </a:prstGeom>
          <a:solidFill>
            <a:srgbClr val="5B6E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190500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61872" y="186842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</a:rPr>
              <a:t>Claude API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1872" y="2142744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플랜 생성 · 직무 추천 · 활동 큐레이션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572512"/>
            <a:ext cx="3657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" y="2636520"/>
            <a:ext cx="475488" cy="4572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85800" y="263652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검색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61872" y="259994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</a:rPr>
              <a:t>Serper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61872" y="2874264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대외활동 · 공모전 · 인턴 실시간 검색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3304032"/>
            <a:ext cx="3657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85800" y="3368040"/>
            <a:ext cx="475488" cy="457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85800" y="336804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UI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61872" y="333146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B4B"/>
                </a:solidFill>
              </a:rPr>
              <a:t>React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61872" y="3605784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CDN 기반 SPA, 3단계 플로우 관리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" y="372160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CSS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822960"/>
            <a:ext cx="4023360" cy="4023360"/>
          </a:xfrm>
          <a:prstGeom prst="rect">
            <a:avLst/>
          </a:prstGeom>
          <a:solidFill>
            <a:srgbClr val="1E1B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484632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</a:rPr>
              <a:t>✨  기존 서비스와 차별점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800600" y="1463040"/>
            <a:ext cx="45720" cy="50292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956048" y="14630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학년·직무 기반 개인화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56048" y="175564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FE"/>
                </a:solidFill>
              </a:rPr>
              <a:t>1학년과 4학년의 추천이 완전히 달라요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2194560"/>
            <a:ext cx="45720" cy="50292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956048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직무 없어도 OK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56048" y="24871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FE"/>
                </a:solidFill>
              </a:rPr>
              <a:t>관심사 기반 탐색형 플로우 지원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00600" y="2926080"/>
            <a:ext cx="45720" cy="50292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956048" y="2926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강도 조절 슬라이더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56048" y="32186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FE"/>
                </a:solidFill>
              </a:rPr>
              <a:t>아주 가볍게 ~ 풀 몰입 5단계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00600" y="3657600"/>
            <a:ext cx="45720" cy="50292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956048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실시간 공고 연동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56048" y="395020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FE"/>
                </a:solidFill>
              </a:rPr>
              <a:t>Serper API로 현재 모집 </a:t>
            </a:r>
            <a:r>
              <a:rPr lang="en-US" sz="1000" dirty="0" err="1">
                <a:solidFill>
                  <a:srgbClr val="C7D2FE"/>
                </a:solidFill>
              </a:rPr>
              <a:t>중인</a:t>
            </a:r>
            <a:r>
              <a:rPr lang="en-US" sz="1000" dirty="0">
                <a:solidFill>
                  <a:srgbClr val="C7D2FE"/>
                </a:solidFill>
              </a:rPr>
              <a:t> </a:t>
            </a:r>
            <a:r>
              <a:rPr lang="en-US" sz="1000" dirty="0" err="1">
                <a:solidFill>
                  <a:srgbClr val="C7D2FE"/>
                </a:solidFill>
              </a:rPr>
              <a:t>공고만</a:t>
            </a:r>
            <a:r>
              <a:rPr lang="en-US" sz="1000" dirty="0">
                <a:solidFill>
                  <a:srgbClr val="C7D2FE"/>
                </a:solidFill>
              </a:rPr>
              <a:t> </a:t>
            </a:r>
            <a:r>
              <a:rPr lang="ko-KR" altLang="en-US" sz="1000" dirty="0">
                <a:solidFill>
                  <a:srgbClr val="C7D2FE"/>
                </a:solidFill>
              </a:rPr>
              <a:t>추천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241</Words>
  <Application>Microsoft Office PowerPoint</Application>
  <PresentationFormat>화면 슬라이드 쇼(16:9)</PresentationFormat>
  <Paragraphs>71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Arial</vt:lpstr>
      <vt:lpstr>Arial Black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방학에 뭐하지?</dc:title>
  <dc:subject>PptxGenJS Presentation</dc:subject>
  <dc:creator>PptxGenJS</dc:creator>
  <cp:lastModifiedBy>환희 지</cp:lastModifiedBy>
  <cp:revision>2</cp:revision>
  <dcterms:created xsi:type="dcterms:W3CDTF">2026-04-26T06:08:45Z</dcterms:created>
  <dcterms:modified xsi:type="dcterms:W3CDTF">2026-04-26T06:15:18Z</dcterms:modified>
</cp:coreProperties>
</file>